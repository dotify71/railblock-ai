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59E0B"/>
                </a:solidFill>
              </a:defRPr>
            </a:pPr>
            <a:r>
              <a:t>RailBlock-AI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AI-Powered Automatic Block Planning &amp; Dynamic Train Dispatching System for Indian Railways</a:t>
            </a:r>
          </a:p>
          <a:p>
            <a:br/>
            <a:pPr>
              <a:defRPr sz="1600">
                <a:solidFill>
                  <a:srgbClr val="CBD5E1"/>
                </a:solidFill>
              </a:defRPr>
            </a:pPr>
            <a:r>
              <a:t>Problem Statement ID: SIH26027  |  Theme: Transportation &amp; Logistics  |  Category: Software</a:t>
            </a:r>
            <a:br/>
            <a:r>
              <a:t>Sponsoring Organization: Ministry of Railways</a:t>
            </a:r>
          </a:p>
          <a:p>
            <a:br/>
            <a:pPr>
              <a:defRPr sz="1800" b="1">
                <a:solidFill>
                  <a:srgbClr val="10B981"/>
                </a:solidFill>
              </a:defRPr>
            </a:pPr>
            <a:r>
              <a:t>Team Name: TrackTech Innovators  |  College Internal Hackathon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1. Problem Statement &amp; Existing Bottlenecks</a:t>
            </a:r>
          </a:p>
          <a:p>
            <a:pPr>
              <a:defRPr sz="1300">
                <a:solidFill>
                  <a:srgbClr val="F59E0B"/>
                </a:solidFill>
              </a:defRPr>
            </a:pPr>
            <a:r>
              <a:t>SIH 2026 | PS ID: SIH26027 | Ministry of Railways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Current Operational Bottleneck in Indian Railways: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Decentralized Department Requests: P-Way (Tracks), TRD (Electrification), and S&amp;T (Signals) file separate maintenance block requests in BDMS.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Repeated Track Closures: The same section is closed 3 to 4 times a day, causing 14+ hours of track downtime.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Severe Train Detentions: Trains behind a delayed train get stuck in a queue due to manual, phone-based loop line siding decisions.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Wasted Capacity: Over 40% of track capacity is wasted every day due to uncoordinated maintenance and cascading delays.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2. Proposed Solution: RailBlock-AI Platform</a:t>
            </a:r>
          </a:p>
          <a:p>
            <a:pPr>
              <a:defRPr sz="1300">
                <a:solidFill>
                  <a:srgbClr val="F59E0B"/>
                </a:solidFill>
              </a:defRPr>
            </a:pPr>
            <a:r>
              <a:t>SIH 2026 | PS ID: SIH26027 | Ministry of Railways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Dual-Engine AI Architecture: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Feature 1: Joint Department Maintenance Windows: Clustering P-Way, TRD, and S&amp;T requests into ONE single 4-hour window using Google OR-Tools (MILP Optimization).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Feature 2: AI Train Dispatcher &amp; Overtake Engine: Real-time siding of slow/delayed trains on Station Loop Lines to allow high-priority express trains (Rajdhani / Vande Bharat) to overtake on Main Line with ZERO delay.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Tech Stack: Python (FastAPI + OR-Tools), React.js / Tailwind CSS, 'Where Is My Train' Style Route Visualizer.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Passenger Advisory Portal: Transparent public warning dashboard for 2.3 crore daily Indian passengers.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3. Feature Breakdown &amp; Operations Flow</a:t>
            </a:r>
          </a:p>
          <a:p>
            <a:pPr>
              <a:defRPr sz="1300">
                <a:solidFill>
                  <a:srgbClr val="F59E0B"/>
                </a:solidFill>
              </a:defRPr>
            </a:pPr>
            <a:r>
              <a:t>SIH 2026 | PS ID: SIH26027 | Ministry of Railways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Detailed System Operations: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Joint Maintenance Windows: Instead of 5 shutdowns (14h), RailBlock-AI outputs 2 joint windows (8h), recovering 42.9% track capacity.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Loop Line Siding Directive: Example: Container Freight G-501 held at Palwal (PWL) Loop Line 2 for 12 mins -&gt; Saved 50 Mins cascading delay across 12004 Shatabdi &amp; 12952 Rajdhani.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Safety Buffer Compliance: Mandatory track clearance time and speed restriction protocols strictly enforced by AI constraint model.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CRIS Integration Ready: Designed to connect directly with CRIS (COA &amp; BDMS) APIs.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4. Expected Business &amp; Operational Impact</a:t>
            </a:r>
          </a:p>
          <a:p>
            <a:pPr>
              <a:defRPr sz="1300">
                <a:solidFill>
                  <a:srgbClr val="F59E0B"/>
                </a:solidFill>
              </a:defRPr>
            </a:pPr>
            <a:r>
              <a:t>SIH 2026 | PS ID: SIH26027 | Ministry of Railways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Key Performance Indicators (KPIs):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+42.9% Track Capacity Recovered: Eliminates redundant track closures across all 68 railway divisions.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6.0 Hours Shutdown Saved Daily: Significant reduction in train detention hours per division.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50+ Mins Cascading Delay Prevented: Isolates delays to single trains without affecting trailing express trains.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Zero Cross-Department Conflicts: 100% automated coordination between P-Way, TRD, and S&amp;T.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5. Implementation Roadmap &amp; Prototype Status</a:t>
            </a:r>
          </a:p>
          <a:p>
            <a:pPr>
              <a:defRPr sz="1300">
                <a:solidFill>
                  <a:srgbClr val="F59E0B"/>
                </a:solidFill>
              </a:defRPr>
            </a:pPr>
            <a:r>
              <a:t>SIH 2026 | PS ID: SIH26027 | Ministry of Railways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Prototype Status &amp; SIH 2026 Roadmap: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Working Prototype Delivered: Dual-engine Python API backend + interactive 'Where Is My Train' style web dashboard fully functional.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Data Strategy: Currently running on simulated Delhi-Mathura-Agra division datasets; ready to integrate with CRIS sandbox APIs.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Scalability: Cloud-native modular architecture scalable to all Indian Railway zones (NR, NCR, WCR, etc.).</a:t>
            </a:r>
          </a:p>
          <a:p>
            <a:pPr>
              <a:spcAft>
                <a:spcPts val="1200"/>
              </a:spcAft>
              <a:defRPr sz="1600">
                <a:solidFill>
                  <a:srgbClr val="1E293B"/>
                </a:solidFill>
              </a:defRPr>
            </a:pPr>
            <a:r>
              <a:t>• Finals Preparation: Team ready to demonstrate live constraint solver and interactive dispatch map in 36-hour hackathon.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